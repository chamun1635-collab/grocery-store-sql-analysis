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800b3da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1800b3da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800b3d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800b3d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800b3d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800b3d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800b3d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1800b3d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800b3da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800b3da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800b3d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800b3d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0"/>
            <a:ext cx="12190813" cy="66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410600" y="3663675"/>
            <a:ext cx="4421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F1F1F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               Grocery_Store_Managment</a:t>
            </a:r>
            <a:endParaRPr sz="1350">
              <a:solidFill>
                <a:srgbClr val="1F1F1F"/>
              </a:solidFill>
              <a:highlight>
                <a:srgbClr val="E9EE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Content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Name:</a:t>
            </a:r>
            <a:r>
              <a:rPr lang="en-GB" sz="1100">
                <a:solidFill>
                  <a:schemeClr val="dk1"/>
                </a:solidFill>
              </a:rPr>
              <a:t> Chamundeshwari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Role:</a:t>
            </a:r>
            <a:r>
              <a:rPr lang="en-GB" sz="1100">
                <a:solidFill>
                  <a:schemeClr val="dk1"/>
                </a:solidFill>
              </a:rPr>
              <a:t> Team Member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Education: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Master’s in Data Analytics (UK)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Background: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Currently learning data analytics and database management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Why Data Science?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Interested in working with data to find insights and solve real-world business problems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Work Experience: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Fresher (No prior work experience)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LinkedIn: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GitHub: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Objective of the Project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Content: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 design a relational database for a grocery store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 manage data related to customers, products, orders, and suppliers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 perform data analysis using SQL queries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 generate business insights from the data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“The objective of this project is to design a database and analyze grocery store data to extract meaningful business insights.”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Key Analysis Questions (Use Cases)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Content: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top customers based on purchase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Analyze best-selling products and categories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Evaluate supplier contribution to revenue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Measure employee performance in handling orders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sales trends over time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“These questions help understand customer behavior, product performance, and overall business trends.”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Conclusion (Key Findings)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Content: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Identified top customers contributing highest revenue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Found best-selling products based on quantity and revenue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Observed variation in sales across categories and suppliers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Analyzed employee contribution to total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Identified trends in order patterns and revenue over time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“From this project, we were able to identify key business insights like top customers, high-performing products, and sales trends.”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My</a:t>
            </a:r>
            <a:r>
              <a:rPr b="1" lang="en-GB" sz="2300"/>
              <a:t> Experience / Challenges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Content: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Learned how to design and manage a relational database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Gained hands-on experience with SQL queries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Faced challenges in data import and schema design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Understood how to use joins and aggregations effectively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Improved problem-solving and analytical skills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               “Initially, I faced challenges in importing data and writing complex queries, but this project helped me improve my SQL and analytical skills.”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— Q&amp;A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“Thank you for listening. I’m happy to answer any questions.”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